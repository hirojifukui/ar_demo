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2" autoAdjust="0"/>
    <p:restoredTop sz="94660"/>
  </p:normalViewPr>
  <p:slideViewPr>
    <p:cSldViewPr snapToGrid="0">
      <p:cViewPr varScale="1">
        <p:scale>
          <a:sx n="96" d="100"/>
          <a:sy n="96" d="100"/>
        </p:scale>
        <p:origin x="23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DB66E-6320-42CF-AB90-A0CC73E8C740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48448-5357-4EE0-BC00-1F59FB9C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43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8448-5357-4EE0-BC00-1F59FB9CE9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82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5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5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2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7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4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1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9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2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9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B9D7E-5E78-4F9A-9F46-904A8954E62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6008F-08D2-46EA-932B-AAF647DE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5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CB285E-FD9E-7AAD-5031-AB149646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722" y="-30076"/>
            <a:ext cx="1361278" cy="532769"/>
          </a:xfrm>
        </p:spPr>
        <p:txBody>
          <a:bodyPr>
            <a:normAutofit/>
          </a:bodyPr>
          <a:lstStyle/>
          <a:p>
            <a:r>
              <a:rPr lang="en-US" sz="1600" dirty="0"/>
              <a:t>AR Demo v0.2</a:t>
            </a:r>
          </a:p>
        </p:txBody>
      </p:sp>
      <p:pic>
        <p:nvPicPr>
          <p:cNvPr id="8" name="Content Placeholder 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60C76B2-943A-2648-86F6-A821F5630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81" y="103684"/>
            <a:ext cx="1015448" cy="101544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8686D8-A225-15AD-509E-729FE84DF38F}"/>
              </a:ext>
            </a:extLst>
          </p:cNvPr>
          <p:cNvSpPr txBox="1"/>
          <p:nvPr/>
        </p:nvSpPr>
        <p:spPr>
          <a:xfrm>
            <a:off x="1412032" y="428858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AR</a:t>
            </a:r>
            <a:r>
              <a:rPr lang="ja-JP" altLang="en-US" dirty="0"/>
              <a:t>デモアクセス</a:t>
            </a:r>
            <a:r>
              <a:rPr lang="en-US" altLang="ja-JP" dirty="0"/>
              <a:t>QR</a:t>
            </a:r>
            <a:r>
              <a:rPr lang="ja-JP" altLang="en-US" dirty="0"/>
              <a:t>コード</a:t>
            </a:r>
            <a:endParaRPr lang="en-US" dirty="0"/>
          </a:p>
        </p:txBody>
      </p:sp>
      <p:pic>
        <p:nvPicPr>
          <p:cNvPr id="10" name="Picture 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4107569A-25DA-8122-19CA-5D17DF21F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51" y="2275792"/>
            <a:ext cx="984243" cy="9842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A90D24-2F7B-3E92-6741-25F9D1A634A4}"/>
              </a:ext>
            </a:extLst>
          </p:cNvPr>
          <p:cNvSpPr txBox="1"/>
          <p:nvPr/>
        </p:nvSpPr>
        <p:spPr>
          <a:xfrm>
            <a:off x="1340394" y="2583247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上杉謙信（静止画）</a:t>
            </a:r>
            <a:endParaRPr lang="en-US" sz="1400" dirty="0"/>
          </a:p>
        </p:txBody>
      </p:sp>
      <p:pic>
        <p:nvPicPr>
          <p:cNvPr id="16" name="Picture 1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B648493-BF98-F39C-C900-6C2D153F09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6" y="4428741"/>
            <a:ext cx="988943" cy="9889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DAB13E-D058-EF45-AED0-D4F261740F44}"/>
              </a:ext>
            </a:extLst>
          </p:cNvPr>
          <p:cNvSpPr txBox="1"/>
          <p:nvPr/>
        </p:nvSpPr>
        <p:spPr>
          <a:xfrm>
            <a:off x="1335629" y="4736197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ろくろ首１（静止画）</a:t>
            </a:r>
            <a:endParaRPr lang="en-US" sz="1400" dirty="0"/>
          </a:p>
        </p:txBody>
      </p:sp>
      <p:pic>
        <p:nvPicPr>
          <p:cNvPr id="19" name="Picture 1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967BB58B-16E7-CA50-5A8A-82D542D28D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709" y="4372940"/>
            <a:ext cx="988943" cy="9889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5B8672-6A3C-8B9D-E440-AE5AEC4B4799}"/>
              </a:ext>
            </a:extLst>
          </p:cNvPr>
          <p:cNvSpPr txBox="1"/>
          <p:nvPr/>
        </p:nvSpPr>
        <p:spPr>
          <a:xfrm>
            <a:off x="4470952" y="4700202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ろくろ首１（静止画）</a:t>
            </a:r>
            <a:endParaRPr lang="en-US" sz="1400" dirty="0"/>
          </a:p>
        </p:txBody>
      </p:sp>
      <p:pic>
        <p:nvPicPr>
          <p:cNvPr id="22" name="Picture 2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F32D448B-7792-F2DC-D9D3-E08EA4DFB6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50" y="8847252"/>
            <a:ext cx="988943" cy="98894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2DDBB8A-70DE-A787-9CA7-304903C0E09A}"/>
              </a:ext>
            </a:extLst>
          </p:cNvPr>
          <p:cNvSpPr txBox="1"/>
          <p:nvPr/>
        </p:nvSpPr>
        <p:spPr>
          <a:xfrm>
            <a:off x="1340394" y="9157057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宇宙戦艦（静止画）</a:t>
            </a:r>
            <a:endParaRPr lang="en-US" sz="1400" dirty="0"/>
          </a:p>
        </p:txBody>
      </p:sp>
      <p:pic>
        <p:nvPicPr>
          <p:cNvPr id="25" name="Picture 2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9D822B9E-EB9C-517E-611D-B3D983ADEE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471" y="8858090"/>
            <a:ext cx="1010549" cy="101054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CFA7901-E84A-E724-FD27-A47F0AFF8718}"/>
              </a:ext>
            </a:extLst>
          </p:cNvPr>
          <p:cNvSpPr txBox="1"/>
          <p:nvPr/>
        </p:nvSpPr>
        <p:spPr>
          <a:xfrm>
            <a:off x="4586020" y="9178698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銀河鉄道（静止画）</a:t>
            </a:r>
            <a:endParaRPr lang="en-US" sz="1400" dirty="0"/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397F775-02B0-FEC4-9456-2F8A539917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267755"/>
            <a:ext cx="984243" cy="9842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67A62C-4AA0-7B01-2F02-168E0E1EF672}"/>
              </a:ext>
            </a:extLst>
          </p:cNvPr>
          <p:cNvSpPr txBox="1"/>
          <p:nvPr/>
        </p:nvSpPr>
        <p:spPr>
          <a:xfrm>
            <a:off x="4470952" y="2544467"/>
            <a:ext cx="2427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上杉謙信（モーション</a:t>
            </a:r>
            <a:r>
              <a:rPr lang="en-US" altLang="ja-JP" sz="1400" dirty="0"/>
              <a:t>GIF</a:t>
            </a:r>
            <a:r>
              <a:rPr lang="ja-JP" altLang="en-US" sz="1400" dirty="0"/>
              <a:t>）</a:t>
            </a:r>
            <a:endParaRPr lang="en-US" sz="1400" dirty="0"/>
          </a:p>
        </p:txBody>
      </p:sp>
      <p:pic>
        <p:nvPicPr>
          <p:cNvPr id="9" name="Picture 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481262B1-69DD-6C46-D65B-8CB7B180D0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6" y="6508089"/>
            <a:ext cx="984243" cy="9842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2A108A-AC8B-92AC-56D8-00C94680A2BC}"/>
              </a:ext>
            </a:extLst>
          </p:cNvPr>
          <p:cNvSpPr txBox="1"/>
          <p:nvPr/>
        </p:nvSpPr>
        <p:spPr>
          <a:xfrm>
            <a:off x="1412032" y="6758741"/>
            <a:ext cx="2643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ろくろ首１（モーション</a:t>
            </a:r>
            <a:r>
              <a:rPr lang="en-US" altLang="ja-JP" sz="1400" dirty="0"/>
              <a:t>GIF </a:t>
            </a:r>
            <a:r>
              <a:rPr lang="ja-JP" altLang="en-US" sz="1400" dirty="0"/>
              <a:t>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2639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50</Words>
  <Application>Microsoft Office PowerPoint</Application>
  <PresentationFormat>A4 Paper (210x297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AR Demo v0.2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Hiroji Fukui</dc:creator>
  <cp:lastModifiedBy>Hiroji Fukui</cp:lastModifiedBy>
  <cp:revision>3</cp:revision>
  <dcterms:created xsi:type="dcterms:W3CDTF">2025-03-21T12:40:42Z</dcterms:created>
  <dcterms:modified xsi:type="dcterms:W3CDTF">2025-03-21T13:52:38Z</dcterms:modified>
</cp:coreProperties>
</file>